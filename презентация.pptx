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5F5C9C-9A6B-4452-A2D0-1C6A2998FBEE}" type="datetimeFigureOut">
              <a:rPr lang="ru-RU" smtClean="0"/>
              <a:t>25.12.2024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4565AE-14A3-491C-AB34-8FB9AA1FBBB8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12ADB-EF9E-4D33-BF82-4AB91E27E28F}" type="datetime1">
              <a:rPr lang="ru-RU" smtClean="0"/>
              <a:t>25.12.2024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CB543-272A-46F8-AA1A-C85E29F1157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98F53-538F-41C6-BEBC-DAFF81716BEC}" type="datetime1">
              <a:rPr lang="ru-RU" smtClean="0"/>
              <a:t>25.12.2024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CB543-272A-46F8-AA1A-C85E29F1157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3FA9B-B34A-45F1-8FD1-FD2BDA6428C5}" type="datetime1">
              <a:rPr lang="ru-RU" smtClean="0"/>
              <a:t>25.12.2024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CB543-272A-46F8-AA1A-C85E29F1157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732D8-37F7-4F04-9A53-5CAE9F7A7BE1}" type="datetime1">
              <a:rPr lang="ru-RU" smtClean="0"/>
              <a:t>25.12.2024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CB543-272A-46F8-AA1A-C85E29F1157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7572F-FEF0-439A-ACF3-996A1BE07AAA}" type="datetime1">
              <a:rPr lang="ru-RU" smtClean="0"/>
              <a:t>25.12.2024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CB543-272A-46F8-AA1A-C85E29F1157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8FE2D-2CD8-448E-A3E4-5DFDB5CFC67D}" type="datetime1">
              <a:rPr lang="ru-RU" smtClean="0"/>
              <a:t>25.12.2024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CB543-272A-46F8-AA1A-C85E29F1157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826C1-7624-4BE3-B95B-67E8D8E3D694}" type="datetime1">
              <a:rPr lang="ru-RU" smtClean="0"/>
              <a:t>25.12.2024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CB543-272A-46F8-AA1A-C85E29F1157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65FF3-DBFC-463E-9BBC-82116122D678}" type="datetime1">
              <a:rPr lang="ru-RU" smtClean="0"/>
              <a:t>25.12.2024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CB543-272A-46F8-AA1A-C85E29F1157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77FB3-2846-4F41-988B-DCD4CA8D097D}" type="datetime1">
              <a:rPr lang="ru-RU" smtClean="0"/>
              <a:t>25.12.2024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CB543-272A-46F8-AA1A-C85E29F1157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AB569-EF43-4016-989F-18328C6C2719}" type="datetime1">
              <a:rPr lang="ru-RU" smtClean="0"/>
              <a:t>25.12.2024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CB543-272A-46F8-AA1A-C85E29F1157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22265-7CDA-4AAC-A798-EC4B2E91A43C}" type="datetime1">
              <a:rPr lang="ru-RU" smtClean="0"/>
              <a:t>25.12.2024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CB543-272A-46F8-AA1A-C85E29F1157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8F13CA-A937-4CAE-9C3B-9ACD2B136DF4}" type="datetime1">
              <a:rPr lang="ru-RU" smtClean="0"/>
              <a:t>25.12.2024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0CB543-272A-46F8-AA1A-C85E29F11575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3568" y="404664"/>
            <a:ext cx="7772400" cy="4752528"/>
          </a:xfrm>
        </p:spPr>
        <p:txBody>
          <a:bodyPr>
            <a:normAutofit fontScale="90000"/>
          </a:bodyPr>
          <a:lstStyle/>
          <a:p>
            <a:r>
              <a:rPr lang="ru-RU" sz="6000" i="1" dirty="0">
                <a:latin typeface="Times New Roman" pitchFamily="18" charset="0"/>
                <a:cs typeface="Times New Roman" pitchFamily="18" charset="0"/>
              </a:rPr>
              <a:t>КУРСОВАЯ </a:t>
            </a:r>
            <a:r>
              <a:rPr lang="ru-RU" sz="6000" i="1" dirty="0" smtClean="0">
                <a:latin typeface="Times New Roman" pitchFamily="18" charset="0"/>
                <a:cs typeface="Times New Roman" pitchFamily="18" charset="0"/>
              </a:rPr>
              <a:t>РАБОТА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i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 дисциплине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u="sng" dirty="0" smtClean="0">
                <a:latin typeface="Times New Roman" pitchFamily="18" charset="0"/>
                <a:cs typeface="Times New Roman" pitchFamily="18" charset="0"/>
              </a:rPr>
              <a:t>Системы управления базами данных         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>
                <a:latin typeface="Times New Roman" pitchFamily="18" charset="0"/>
                <a:cs typeface="Times New Roman" pitchFamily="18" charset="0"/>
              </a:rPr>
            </a:br>
            <a:r>
              <a:rPr lang="ru-RU" dirty="0">
                <a:latin typeface="Times New Roman" pitchFamily="18" charset="0"/>
                <a:cs typeface="Times New Roman" pitchFamily="18" charset="0"/>
              </a:rPr>
              <a:t> </a:t>
            </a:r>
            <a:br>
              <a:rPr lang="ru-RU" dirty="0">
                <a:latin typeface="Times New Roman" pitchFamily="18" charset="0"/>
                <a:cs typeface="Times New Roman" pitchFamily="18" charset="0"/>
              </a:rPr>
            </a:br>
            <a:r>
              <a:rPr lang="uk-UA" dirty="0">
                <a:latin typeface="Times New Roman" pitchFamily="18" charset="0"/>
                <a:cs typeface="Times New Roman" pitchFamily="18" charset="0"/>
              </a:rPr>
              <a:t>Тема   </a:t>
            </a:r>
            <a:r>
              <a:rPr lang="uk-UA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uk-UA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u="sng" dirty="0" smtClean="0">
                <a:latin typeface="Times New Roman" pitchFamily="18" charset="0"/>
                <a:cs typeface="Times New Roman" pitchFamily="18" charset="0"/>
              </a:rPr>
              <a:t>АИС </a:t>
            </a:r>
            <a:r>
              <a:rPr lang="ru-RU" u="sng" dirty="0">
                <a:latin typeface="Times New Roman" pitchFamily="18" charset="0"/>
                <a:cs typeface="Times New Roman" pitchFamily="18" charset="0"/>
              </a:rPr>
              <a:t>подписного пункта</a:t>
            </a:r>
            <a:endParaRPr lang="ru-RU" i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04048" y="6093296"/>
            <a:ext cx="5040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Ипполитова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А.И. ПИН-122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Концептуальная модель системы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Рисунок 3" descr="умл модель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512" y="1052736"/>
            <a:ext cx="8568952" cy="8568952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CB543-272A-46F8-AA1A-C85E29F11575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0"/>
            <a:ext cx="691276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CB543-272A-46F8-AA1A-C85E29F11575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0"/>
            <a:ext cx="763284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CB543-272A-46F8-AA1A-C85E29F11575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548680"/>
            <a:ext cx="2188023" cy="23029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Рисунок 4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91880" y="692696"/>
            <a:ext cx="2303556" cy="2077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Рисунок 5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16216" y="548680"/>
            <a:ext cx="2306461" cy="2416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Рисунок 6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75656" y="3501008"/>
            <a:ext cx="2394232" cy="2479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Рисунок 7"/>
          <p:cNvPicPr/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788024" y="3861048"/>
            <a:ext cx="2887768" cy="17196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CB543-272A-46F8-AA1A-C85E29F11575}" type="slidenum">
              <a:rPr lang="ru-RU" smtClean="0"/>
              <a:pPr/>
              <a:t>5</a:t>
            </a:fld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0"/>
            <a:ext cx="7704856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CB543-272A-46F8-AA1A-C85E29F11575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505" y="908720"/>
            <a:ext cx="9146505" cy="4491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CB543-272A-46F8-AA1A-C85E29F11575}" type="slidenum">
              <a:rPr lang="ru-RU" smtClean="0"/>
              <a:pPr/>
              <a:t>7</a:t>
            </a:fld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CB543-272A-46F8-AA1A-C85E29F11575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0" y="116632"/>
            <a:ext cx="5112568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"INSERT INTO public.\"Publishers\" (\"Name\", \"Address\", \"Contact\", \"Email\") " +</a:t>
            </a:r>
          </a:p>
          <a:p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                                   "VALUES (@Name, @Address, @Contact, @Email)"</a:t>
            </a:r>
            <a:endParaRPr lang="ru-RU" sz="3200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39952" y="1628800"/>
            <a:ext cx="5004048" cy="2142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CB543-272A-46F8-AA1A-C85E29F11575}" type="slidenum">
              <a:rPr lang="ru-RU" smtClean="0"/>
              <a:pPr/>
              <a:t>9</a:t>
            </a:fld>
            <a:endParaRPr lang="ru-RU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32040" y="3284984"/>
            <a:ext cx="3517867" cy="338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0"/>
            <a:ext cx="838842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SELECT 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p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.""Name"" AS ""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Издательство"",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	j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.""Name"" AS ""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Журнал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"",                        COUNT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s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.""</a:t>
            </a:r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journalID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"") 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AS 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""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Количество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подписок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""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FROM 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	public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.""Subs"" s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JOIN 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fr-FR" dirty="0" smtClean="0">
                <a:latin typeface="Courier New" pitchFamily="49" charset="0"/>
                <a:cs typeface="Courier New" pitchFamily="49" charset="0"/>
              </a:rPr>
              <a:t>	public</a:t>
            </a:r>
            <a:r>
              <a:rPr lang="fr-FR" dirty="0" smtClean="0">
                <a:latin typeface="Courier New" pitchFamily="49" charset="0"/>
                <a:cs typeface="Courier New" pitchFamily="49" charset="0"/>
              </a:rPr>
              <a:t>.""Journals"" j ON s.""journalID"" = j.id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JOIN 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	public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.""Publishers"" p ON j.""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PublisherID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"" = p.id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GROUP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BY 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	p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.""Name"", j.""Name""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ORDER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BY 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	COUNT(s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.""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journalID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"") DESC;</a:t>
            </a:r>
            <a:endParaRPr lang="ru-RU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CB543-272A-46F8-AA1A-C85E29F11575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0" y="116632"/>
            <a:ext cx="925252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"</a:t>
            </a:r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DELETE FROM public.{</a:t>
            </a:r>
            <a:r>
              <a:rPr lang="en-US" sz="2800" dirty="0" err="1" smtClean="0">
                <a:latin typeface="Courier New" pitchFamily="49" charset="0"/>
                <a:cs typeface="Courier New" pitchFamily="49" charset="0"/>
              </a:rPr>
              <a:t>currentTable</a:t>
            </a:r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} WHERE id = @id"</a:t>
            </a:r>
            <a:endParaRPr lang="ru-RU" sz="2800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980728"/>
            <a:ext cx="5696795" cy="54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CB543-272A-46F8-AA1A-C85E29F11575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0" y="0"/>
            <a:ext cx="792088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tableName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== "\"Journals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\"") {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return </a:t>
            </a:r>
            <a:endParaRPr lang="ru-RU" dirty="0" smtClean="0">
              <a:latin typeface="Courier New" pitchFamily="49" charset="0"/>
              <a:cs typeface="Courier New" pitchFamily="49" charset="0"/>
            </a:endParaRPr>
          </a:p>
          <a:p>
            <a:endParaRPr lang="ru-RU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@"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SELECT j.id,</a:t>
            </a:r>
          </a:p>
          <a:p>
            <a:r>
              <a:rPr lang="ru-RU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j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.""Name"" AS ""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Название"",</a:t>
            </a:r>
          </a:p>
          <a:p>
            <a:r>
              <a:rPr lang="ru-RU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p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.""Name"" AS ""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Издатель"",</a:t>
            </a:r>
          </a:p>
          <a:p>
            <a:r>
              <a:rPr lang="ru-RU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j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.""</a:t>
            </a:r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LastArrival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"" AS ""Последнее поступление"",</a:t>
            </a:r>
          </a:p>
          <a:p>
            <a:r>
              <a:rPr lang="ru-RU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j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.""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ReleasePeriod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"" AS ""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Периодичность"",</a:t>
            </a:r>
          </a:p>
          <a:p>
            <a:r>
              <a:rPr lang="ru-RU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j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.""Logo"" AS ""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Лого""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FROM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public.""Journals"" j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JOIN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public.""Publishers"" p </a:t>
            </a:r>
            <a:endParaRPr lang="ru-RU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ON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j.""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PublisherID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"" = p.id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;";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ru-RU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3356992"/>
            <a:ext cx="7818011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91</Words>
  <Application>Microsoft Office PowerPoint</Application>
  <PresentationFormat>Экран (4:3)</PresentationFormat>
  <Paragraphs>42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КУРСОВАЯ РАБОТА  по дисциплине Системы управления базами данных             Тема    АИС подписного пункта</vt:lpstr>
      <vt:lpstr>Концептуальная модель системы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КУРСОВАЯ РАБОТА  по дисциплине СУБД              Тема    АИС подписного пункта</dc:title>
  <dc:creator>UU</dc:creator>
  <cp:lastModifiedBy>UU</cp:lastModifiedBy>
  <cp:revision>4</cp:revision>
  <dcterms:created xsi:type="dcterms:W3CDTF">2024-12-24T19:49:34Z</dcterms:created>
  <dcterms:modified xsi:type="dcterms:W3CDTF">2024-12-25T12:29:31Z</dcterms:modified>
</cp:coreProperties>
</file>