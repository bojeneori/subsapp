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  <p:sldId id="262" r:id="rId8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0" d="100"/>
          <a:sy n="110" d="100"/>
        </p:scale>
        <p:origin x="-1644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74907-642D-457E-8327-16C22C006F1A}" type="datetimeFigureOut">
              <a:rPr lang="ru-RU" smtClean="0"/>
              <a:t>24.12.2024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CB543-272A-46F8-AA1A-C85E29F11575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74907-642D-457E-8327-16C22C006F1A}" type="datetimeFigureOut">
              <a:rPr lang="ru-RU" smtClean="0"/>
              <a:t>24.12.2024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CB543-272A-46F8-AA1A-C85E29F11575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74907-642D-457E-8327-16C22C006F1A}" type="datetimeFigureOut">
              <a:rPr lang="ru-RU" smtClean="0"/>
              <a:t>24.12.2024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CB543-272A-46F8-AA1A-C85E29F11575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74907-642D-457E-8327-16C22C006F1A}" type="datetimeFigureOut">
              <a:rPr lang="ru-RU" smtClean="0"/>
              <a:t>24.12.2024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CB543-272A-46F8-AA1A-C85E29F11575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74907-642D-457E-8327-16C22C006F1A}" type="datetimeFigureOut">
              <a:rPr lang="ru-RU" smtClean="0"/>
              <a:t>24.12.2024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CB543-272A-46F8-AA1A-C85E29F11575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74907-642D-457E-8327-16C22C006F1A}" type="datetimeFigureOut">
              <a:rPr lang="ru-RU" smtClean="0"/>
              <a:t>24.12.2024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CB543-272A-46F8-AA1A-C85E29F11575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74907-642D-457E-8327-16C22C006F1A}" type="datetimeFigureOut">
              <a:rPr lang="ru-RU" smtClean="0"/>
              <a:t>24.12.2024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CB543-272A-46F8-AA1A-C85E29F11575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74907-642D-457E-8327-16C22C006F1A}" type="datetimeFigureOut">
              <a:rPr lang="ru-RU" smtClean="0"/>
              <a:t>24.12.2024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CB543-272A-46F8-AA1A-C85E29F11575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74907-642D-457E-8327-16C22C006F1A}" type="datetimeFigureOut">
              <a:rPr lang="ru-RU" smtClean="0"/>
              <a:t>24.12.2024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CB543-272A-46F8-AA1A-C85E29F11575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74907-642D-457E-8327-16C22C006F1A}" type="datetimeFigureOut">
              <a:rPr lang="ru-RU" smtClean="0"/>
              <a:t>24.12.2024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CB543-272A-46F8-AA1A-C85E29F11575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C74907-642D-457E-8327-16C22C006F1A}" type="datetimeFigureOut">
              <a:rPr lang="ru-RU" smtClean="0"/>
              <a:t>24.12.2024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0CB543-272A-46F8-AA1A-C85E29F11575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C74907-642D-457E-8327-16C22C006F1A}" type="datetimeFigureOut">
              <a:rPr lang="ru-RU" smtClean="0"/>
              <a:t>24.12.2024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0CB543-272A-46F8-AA1A-C85E29F11575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3568" y="404664"/>
            <a:ext cx="7772400" cy="4752528"/>
          </a:xfrm>
        </p:spPr>
        <p:txBody>
          <a:bodyPr>
            <a:normAutofit fontScale="90000"/>
          </a:bodyPr>
          <a:lstStyle/>
          <a:p>
            <a:r>
              <a:rPr lang="ru-RU" sz="6000" i="1" dirty="0">
                <a:latin typeface="Times New Roman" pitchFamily="18" charset="0"/>
                <a:cs typeface="Times New Roman" pitchFamily="18" charset="0"/>
              </a:rPr>
              <a:t>КУРСОВАЯ </a:t>
            </a:r>
            <a:r>
              <a:rPr lang="ru-RU" sz="6000" i="1" dirty="0" smtClean="0">
                <a:latin typeface="Times New Roman" pitchFamily="18" charset="0"/>
                <a:cs typeface="Times New Roman" pitchFamily="18" charset="0"/>
              </a:rPr>
              <a:t>РАБОТА</a:t>
            </a:r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/>
            </a:r>
            <a:br>
              <a:rPr lang="ru-RU" i="1" dirty="0" smtClean="0">
                <a:latin typeface="Times New Roman" pitchFamily="18" charset="0"/>
                <a:cs typeface="Times New Roman" pitchFamily="18" charset="0"/>
              </a:rPr>
            </a:b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/>
            </a:r>
            <a:br>
              <a:rPr lang="ru-RU" dirty="0" smtClean="0">
                <a:latin typeface="Times New Roman" pitchFamily="18" charset="0"/>
                <a:cs typeface="Times New Roman" pitchFamily="18" charset="0"/>
              </a:rPr>
            </a:b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по дисциплине</a:t>
            </a:r>
            <a:br>
              <a:rPr lang="ru-RU" dirty="0" smtClean="0">
                <a:latin typeface="Times New Roman" pitchFamily="18" charset="0"/>
                <a:cs typeface="Times New Roman" pitchFamily="18" charset="0"/>
              </a:rPr>
            </a:b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СУБД           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/>
            </a:r>
            <a:br>
              <a:rPr lang="ru-RU" dirty="0">
                <a:latin typeface="Times New Roman" pitchFamily="18" charset="0"/>
                <a:cs typeface="Times New Roman" pitchFamily="18" charset="0"/>
              </a:rPr>
            </a:br>
            <a:r>
              <a:rPr lang="ru-RU" dirty="0">
                <a:latin typeface="Times New Roman" pitchFamily="18" charset="0"/>
                <a:cs typeface="Times New Roman" pitchFamily="18" charset="0"/>
              </a:rPr>
              <a:t> </a:t>
            </a:r>
            <a:br>
              <a:rPr lang="ru-RU" dirty="0">
                <a:latin typeface="Times New Roman" pitchFamily="18" charset="0"/>
                <a:cs typeface="Times New Roman" pitchFamily="18" charset="0"/>
              </a:rPr>
            </a:br>
            <a:r>
              <a:rPr lang="uk-UA" dirty="0">
                <a:latin typeface="Times New Roman" pitchFamily="18" charset="0"/>
                <a:cs typeface="Times New Roman" pitchFamily="18" charset="0"/>
              </a:rPr>
              <a:t>Тема   </a:t>
            </a:r>
            <a:r>
              <a:rPr lang="uk-UA" dirty="0" smtClean="0">
                <a:latin typeface="Times New Roman" pitchFamily="18" charset="0"/>
                <a:cs typeface="Times New Roman" pitchFamily="18" charset="0"/>
              </a:rPr>
              <a:t/>
            </a:r>
            <a:br>
              <a:rPr lang="uk-UA" dirty="0" smtClean="0">
                <a:latin typeface="Times New Roman" pitchFamily="18" charset="0"/>
                <a:cs typeface="Times New Roman" pitchFamily="18" charset="0"/>
              </a:rPr>
            </a:b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АИС 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подписного пункта</a:t>
            </a:r>
            <a:endParaRPr lang="ru-RU" i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04048" y="6093296"/>
            <a:ext cx="50405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Ипполитова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А.И. ПИН-122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7544" y="116632"/>
            <a:ext cx="8229600" cy="1143000"/>
          </a:xfrm>
        </p:spPr>
        <p:txBody>
          <a:bodyPr>
            <a:normAutofit/>
          </a:bodyPr>
          <a:lstStyle/>
          <a:p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Концептуальная модель системы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4" name="Рисунок 3" descr="умл модель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323528" y="1052736"/>
            <a:ext cx="8568952" cy="85689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31640" y="0"/>
            <a:ext cx="6912768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71600" y="0"/>
            <a:ext cx="7632848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7544" y="548680"/>
            <a:ext cx="2188023" cy="23029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Рисунок 4"/>
          <p:cNvPicPr/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491880" y="692696"/>
            <a:ext cx="2303556" cy="20771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Рисунок 5"/>
          <p:cNvPicPr/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516216" y="548680"/>
            <a:ext cx="2306461" cy="24164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Рисунок 6"/>
          <p:cNvPicPr/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475656" y="3501008"/>
            <a:ext cx="2394232" cy="24790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Рисунок 7"/>
          <p:cNvPicPr/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4788024" y="3861048"/>
            <a:ext cx="2887768" cy="17196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/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55576" y="0"/>
            <a:ext cx="7704856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-2505" y="908720"/>
            <a:ext cx="9146505" cy="44916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9</Words>
  <Application>Microsoft Office PowerPoint</Application>
  <PresentationFormat>Экран (4:3)</PresentationFormat>
  <Paragraphs>3</Paragraphs>
  <Slides>7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8" baseType="lpstr">
      <vt:lpstr>Тема Office</vt:lpstr>
      <vt:lpstr>КУРСОВАЯ РАБОТА  по дисциплине СУБД              Тема    АИС подписного пункта</vt:lpstr>
      <vt:lpstr>Концептуальная модель системы</vt:lpstr>
      <vt:lpstr>Слайд 3</vt:lpstr>
      <vt:lpstr>Слайд 4</vt:lpstr>
      <vt:lpstr>Слайд 5</vt:lpstr>
      <vt:lpstr>Слайд 6</vt:lpstr>
      <vt:lpstr>Слайд 7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КУРСОВАЯ РАБОТА  по дисциплине СУБД              Тема    АИС подписного пункта</dc:title>
  <dc:creator>UU</dc:creator>
  <cp:lastModifiedBy>UU</cp:lastModifiedBy>
  <cp:revision>2</cp:revision>
  <dcterms:created xsi:type="dcterms:W3CDTF">2024-12-24T19:49:34Z</dcterms:created>
  <dcterms:modified xsi:type="dcterms:W3CDTF">2024-12-24T20:09:51Z</dcterms:modified>
</cp:coreProperties>
</file>